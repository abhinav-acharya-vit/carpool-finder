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64EA-E313-C378-C54A-D9A1B953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CDEF7F-B4F4-F605-B43A-BB243C732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17B92-F63D-63B8-CB9B-E9CBD7F2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9E69B-5139-30B2-F166-55E11F21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4BBCA-D9C9-DCE1-6104-79A8EA23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04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BD34-FDF4-4A1C-97E1-21B3540B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9FA8-3C20-0492-BCA0-8E18F74E3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AD2BA-886D-5C1D-F21D-B02A8468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E6032-91FC-9D08-815D-8036428E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0EFBC-45DA-F053-A5BB-ECD3AA16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54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7D92-2299-3F78-6AA6-C4DC7F7D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8A1D-042F-6CB3-DBDE-30157329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962D4-3749-AF2F-6F3F-A2F56F99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7C2AE-899C-3AE3-C1C9-1A52CAFF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4012D-9011-F071-3AF3-9F7D148F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73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6886-E992-F511-AAA5-70A3C0F6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47863-EF9D-1678-45CB-EFC986E16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E00FF-916C-28C1-1680-5993AFD2D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BB176-FAD9-B5F0-4008-BA7A56D5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F4AA5-F492-77DB-9568-4F1EA46C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B66CD-8C60-E37C-5B63-C9D26FAE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7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ED2C-2E71-167B-FD83-FA8EDEC3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D7C39-F071-0014-935F-D3390705A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D68B9-104D-D587-FB42-0A9CC866D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4F2A6-0848-7328-DC48-745F459E2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6CAD1-B402-D262-C579-1F020CCB7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AD97A-F541-A908-B659-A2B1A7FE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01DA5-577F-0D53-E3D9-1CE817E1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8D1E0-41BB-0D37-8735-44A2E9E1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609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2D07-87B7-D327-1BF1-7DE51FD5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C0E60-4C95-3709-F901-56571B22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F72D1-47FA-D0C7-107A-2B04F4EA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CE2A2D-5A07-5EFC-3977-5D4D531E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953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092A9-2F17-B531-5897-D11DD798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84D40-A34F-BBA4-6123-D399FBD7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63136-E1D7-2822-EB29-FC5DF8BC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56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F6F6-A374-80A1-494B-058115A89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39321-1ECA-3FAB-6502-DCC09E1BD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BE865-5E3E-1F73-E7FD-4023C0163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F8E9F-9586-2308-F8E7-B46F55C89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832BF-F990-444F-AA07-C48784CD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1B8B3-CFC2-D353-709C-1A5AE489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5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3446-DA18-694A-E2C4-EFA64BBB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D8A9B-47E6-C969-7419-5FE05089B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27364-F8E6-A7AC-4C53-77754C5EC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5B274-6C47-CA78-95EA-86DF9B1F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3EACD-FD51-0067-8034-894C15E1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26A08-7C23-9E17-8690-F2F5C3FC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5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B51C-32D9-C664-B4A2-E79FE1FD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8B519-1651-E606-FD2A-F4CA854EB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7508B-1E79-DA67-8849-402B6EE9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B3D70-D9D4-1C1E-1264-5A74B04B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1BAD3-DC04-93DA-0AAD-E71435BF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05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F1FC0-A1C5-1E5B-180B-E905BAAE2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3C398-2159-7289-A6F2-E381DEC5F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0D0BE-3326-F4D9-9C20-F1BEF2F97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29459-A3EC-148E-3A96-EC22E2CF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3BFA0-AC22-AF91-DBFE-3AB97224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99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059F09-1ADD-20B9-593C-9B8EF701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7FAE-39D3-55D5-EA4B-A874D9035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F6CFA-AD9E-15EA-DDF6-4D16A19A7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18DB2-D644-4064-B674-1EE2E94148B4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B2A3A-0887-E960-723D-E2ADEF6E2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F4573-1DBD-93EB-0C51-85B6F4DEE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0ADDE-3481-4E73-BD56-7D030112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66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697E-FA94-D660-957A-408E5DB9E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8FFFC-48EC-9641-45EA-CB1E833E0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218FA-B868-8C12-67E9-DC02DA774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3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42587-0D82-FBDD-10BA-7C338D50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9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16EF86-57B4-2DCC-DA23-93C4B57D0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6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E8459A-E2E8-AF4A-143D-60FB9216E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373C91-4BB7-1495-F907-CDF013E55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1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71E09-873C-275C-0B3E-D0C68EA0E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3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B9F595-E899-5F26-CCFA-759E73464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0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F436F-E4E8-4756-2C64-F789F46C5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4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AEE5C-9933-6BE5-57BA-08DF8C913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8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62083-AEEA-6159-D87A-968EC20EA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4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imation thank you neon blue on black background Free Video">
            <a:extLst>
              <a:ext uri="{FF2B5EF4-FFF2-40B4-BE49-F238E27FC236}">
                <a16:creationId xmlns:a16="http://schemas.microsoft.com/office/drawing/2014/main" id="{C3D899A2-988F-60FB-44FD-99E9E4273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81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dasadwitiya75@gmail.com</dc:creator>
  <cp:lastModifiedBy>dasadwitiya75@gmail.com</cp:lastModifiedBy>
  <cp:revision>3</cp:revision>
  <dcterms:created xsi:type="dcterms:W3CDTF">2026-04-02T16:08:13Z</dcterms:created>
  <dcterms:modified xsi:type="dcterms:W3CDTF">2026-04-03T09:26:15Z</dcterms:modified>
</cp:coreProperties>
</file>